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00000" y="-900000"/>
            <a:ext cx="4200000" cy="42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00000" y="4200000"/>
            <a:ext cx="2600000" cy="2600000"/>
          </a:xfrm>
          <a:prstGeom prst="ellipse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70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APRESENTAÇÃO EM LINGUAGEM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50000"/>
            <a:ext cx="8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O que este sistema 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550000"/>
            <a:ext cx="76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Bué de Mestres — encontrar o mestre certo, ver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chegar no mapa, acordar o preço antes e pagar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só quando o trabalho está feito.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500000"/>
            <a:ext cx="7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Versão 2 · Outubro 2026 · a partir do código real do projecto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O que é, em duas frases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1350000"/>
            <a:ext cx="11200000" cy="150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0000" y="1350000"/>
            <a:ext cx="70000" cy="15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" y="1520000"/>
            <a:ext cx="107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2163A"/>
                </a:solidFill>
                <a:latin typeface="Calibri"/>
              </a:rPr>
              <a:t>Um serviço para encontrar e contratar profissionais — electricistas, canalizadores, mecânicos, carpinteiros, pintores, explicadores — em Moçambique.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2163A"/>
                </a:solidFill>
                <a:latin typeface="Calibri"/>
              </a:rPr>
              <a:t>Como ter na mão a lista de todos os mestres da cidade, saber quem está livre, quem está perto, quem é de confiança — e pagar só quando o trabalho estiver feito.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15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444C8"/>
                </a:solidFill>
                <a:latin typeface="Calibri"/>
              </a:rPr>
              <a:t>O que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600000"/>
            <a:ext cx="11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Acabar com o boca-a-boca: quem precisa encontra quem sabe fazer, já.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Confiança: identidade verificada e avaliações de quem trabalhou mesmo.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Preço acordado antes de começar — e dinheiro retido até o serviço estar feito.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Ver o mestre a caminho no mapa, como o táxi no Uber.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Como funciona: a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00000"/>
            <a:ext cx="11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2163A"/>
                </a:solidFill>
                <a:latin typeface="Calibri"/>
              </a:rPr>
              <a:t>Maria, em Maputo, tem um cano a arrebentar — segunda-feira às 17h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50000"/>
            <a:ext cx="112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1. Abre a app, escreve o problema, tira uma foto e marca a casa.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2. O sistema avisa os mestres de canalização online e por perto.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3. Um mestre tem 60 segundos para aceitar — ninguém ignora pedidos.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4. Maria vê quem é: nome, cara, nota e avaliações.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5. Vê no mapa o mestre a caminho — sabe que chega em 15 minutos.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6. Ele diagnostica e propõe preço; Maria confirma → o dinheiro fica RETIDO na plataforma.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7. Trabalho feito, Maria confirma → o sistema paga ao mestre (menos a comissão) e ela dá 5 estrelas.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Como funciona: o 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Entra online ("estou a trabalhar") e escolhe as suas categorias.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Recebe pedidos de gente por perto, com contagem de 60 segundos para aceitar.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Aceita, segue o mapa até à casa e propõe o preço.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Recebe na carteira quando o cliente confirma — e transfere para M-Pesa/e-Mola.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Cobra mais: plano mensal, topo da pesquisa e mais pedidos.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4700000"/>
            <a:ext cx="11200000" cy="130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00" y="4700000"/>
            <a:ext cx="70000" cy="13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4880000"/>
            <a:ext cx="10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63A"/>
                </a:solidFill>
                <a:latin typeface="Calibri"/>
              </a:rPr>
              <a:t>Sem pressa? Publique o pedido e espere orçamentos: vários mestres enviam preço e prazo, e você escolhe. É o "peça orçamento a 5 pessoas" — num só sítio.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O que o sistema faz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54285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Se…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…o sistema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O cliente paga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Retém o dinheiro até o trabalho estar concluído (protege os dois lados)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Alguém dá uma nota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Só deixa avaliar quem teve um trabalho concluído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Alguém procura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Ordena por perto, por nota e por destaque (quem paga plano aparece primeiro)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Há uma disputa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Fica tudo registado — a plataforma analisa e decide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Alguém quer ser mestre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Pode pedir documento + selfie (KYC): "está verificado" em vez de "está de confiança"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4285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Há uma denúncia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 equipa vê, analisa e decide — suspender ou manter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550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44C8"/>
                </a:solidFill>
                <a:latin typeface="Calibri"/>
              </a:rPr>
              <a:t>As regras do dinheiro e das avaliações estão gravadas na base de dados — ninguém consegue trapacear.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Quem gere a 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400000"/>
          <a:ext cx="112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64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Admin (dia a dia)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Valida pagamentos, aprova verificações de mestres, responde a tickets, vê relatórios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Superadmin / equipa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Gere acessos ao painel, aprova mudanças sensíveis (2 pessoas), vê o histórico, tem código extra (MFA)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Mestre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O seu perfil, serviços, carteira, planos e afiliados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Pesquisa, pedidos, mensagens, avaliações — TUDO GRÁTIS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500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2163A"/>
                </a:solidFill>
                <a:latin typeface="Calibri"/>
              </a:rPr>
              <a:t>Centro de ajuda com tickets: prazos de resposta automáticos, mensagens prontas e nota de satisfação no 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De onde vem o dinheiro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1300000"/>
            <a:ext cx="11200000" cy="75000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1450000"/>
            <a:ext cx="107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 cliente nunca paga nada à plataforma — quem paga é o mestre e o anunciante.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0000" y="2300000"/>
          <a:ext cx="112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58333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Em palavras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Planos mensais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Grátis / Pro 500 MZN / Premium 1.500 MZN — para aparecer mais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Destaques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Topo da categoria e página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Publicidade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Banners de anunciantes no site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Comissão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12% (grátis) / 8% (Pro) / 5% (Premium) por serviço no modo "chamar agora"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333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Afiliados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10% do que o mestre convidado carregar, durante 90 dias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O que já está a funcionar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Site completo: pesquisa, perfis, pedidos, trabalhos, avaliações, carteira, planos, ajuda e painéis.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App do cliente: pedir → procurar → mestre a caminho → preço → confirmar → pagar.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App do mestre: online → pedido com 60 s → ir ao local → propor preço → receber pagamento.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Verificação de identidade (KYC): documento, selfie e confirmação de dados.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Dinheiro protegido (escrow), carteiras, comissões e afiliados — regras na base de dados.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Base de dados completa: geografia do país, ofícios, tickets, auditoria e permissões.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O que ainda não está 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61428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Falta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Porque importa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Ligar chat e orçamentos à BD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Estão "de demonstração" — a estrutura existe, falta ligar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Robô que despacha pedidos por perto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O cálculo "quem está perto" já existe; falta quem o dispare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Pagamentos M-Pesa / e-Mola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Caminho preparado; falta contrato com o operador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Fornecedor de verificação (KYC)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 app já tira a foto; falta quem analise documento e cara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Testes automáticos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Protegem contra rebentamentos ao mudar código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9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Resolver 3 problemas urgentes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Ver próximos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3 problemas urgentes + decisões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F3A21"/>
                </a:solidFill>
                <a:latin typeface="Calibri"/>
              </a:rPr>
              <a:t>Urgente (código)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00000"/>
            <a:ext cx="5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O painel de administração está sem porta — qualquer visitante entra.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O site está com a cara partida — um ficheiro de estilos ficou cortado.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Duas páginas disputam a página inicial "/".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Depois: ações sem login e tabelas de dinheiro por proteger.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444C8"/>
                </a:solidFill>
                <a:latin typeface="Calibri"/>
              </a:rPr>
              <a:t>Pendente (negócio)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800000"/>
            <a:ext cx="5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Quem faz a verificação de identidades (KYC).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O piloto aceita dinheiro em mão ou só pela app?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A plataforma pode reter dinheiro de outros? (entidade legal?)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Contratos: M-Pesa/e-Mola, Google Play, Apple.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Comissões e preços finais dos planos.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Plano para chegar ao piloto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Quando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 que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Semana 1–2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Fechar as 3 portas urgentes + login obrigatório em todas as ações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Semana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Ligar chat/orçamentos à BD, proteger tabelas de dinheiro, testes automáticos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Mês 2–3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Robô de despacho, pagamentos M-Pesa, verificação de identidades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Mês 4–6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PILOTO NUMA CIDADE: mestres verificados, apps nas lojas, planos activos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00" y="4750000"/>
            <a:ext cx="11200000" cy="125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00" y="4750000"/>
            <a:ext cx="70000" cy="125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4950000"/>
            <a:ext cx="10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63A"/>
                </a:solidFill>
                <a:latin typeface="Calibri"/>
              </a:rPr>
              <a:t>Medir sempre: mestres verificados por cidade · tempo até alguém aceitar um pedido · trabalhos concluídos · notas médias.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00000" y="-700000"/>
            <a:ext cx="3200000" cy="3200000"/>
          </a:xfrm>
          <a:prstGeom prst="ellipse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RESUMO PARA LEVAR NA CABEÇA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00000"/>
            <a:ext cx="10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Um sítio onde quem precisa encontra quem sabe fazer — com a chegada do mestre visível no mapa, o preço acordado antes de começar, o dinheiro guardado até o trabalho estar feito, e avaliações que só quem trabalhou pode 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4200000"/>
            <a:ext cx="10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C61A"/>
                </a:solidFill>
                <a:latin typeface="Calibri"/>
              </a:rPr>
              <a:t>Quem paga é o mestre (plano, destaque ou comissão) e o anunciante — nunca o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000000"/>
            <a:ext cx="10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DF0F2"/>
                </a:solidFill>
                <a:latin typeface="Calibri"/>
              </a:rPr>
              <a:t>O esqueleto está construído: site, duas apps, base de dados e regras de dinheiro. Falta fechar a porta do painel, ligar as peças em demonstração e fechar os contratos — para depois testar numa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Anexo — Detalhe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0000" y="6300000"/>
            <a:ext cx="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Bué de Mestres · O que o sistema faz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537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Camada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Tecnologia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Monorepo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Turborepo 2 · pnpm 9 · Node ≥ 20 (apps/web, apps/cliente, apps/pro, packages/)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Next.js 16.3 · React 19 · TypeScript 5 · Tailwind CSS v4 · Server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Expo SDK 52 · React Native 0.76 · Expo Router 4 · Zustand · TanStack Query · Zod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Base de 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PostgreSQL (Neon) + PostGIS + pg_cron · SQL à mão (≈60 tabelas, 21 enums)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Dinheiro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Funções SQL transaccionais idempotentes: wallet_apply, complete_payment, escrow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Tempo real / mapas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Pusher (web) · Leaflet/OSM (web) · react-native-maps (mobile)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Auth / deploy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JWT + bcryptjs (web) · Supabase (mobile) · Vercel · EAS Build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590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Comandos: npm run dev | build | lint | typecheck · npm run db:migrate · npx expo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